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FB90A1-B53D-4391-9523-12115096DC60}" v="1" dt="2026-03-15T01:31:18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y Eky" userId="91aae2961159baba" providerId="LiveId" clId="{9CC0DBFE-C132-4D91-88E6-BF231FE7DC74}"/>
    <pc:docChg chg="custSel addSld delSld modSld">
      <pc:chgData name="Eky Eky" userId="91aae2961159baba" providerId="LiveId" clId="{9CC0DBFE-C132-4D91-88E6-BF231FE7DC74}" dt="2026-03-15T01:31:23.666" v="29" actId="1076"/>
      <pc:docMkLst>
        <pc:docMk/>
      </pc:docMkLst>
      <pc:sldChg chg="del">
        <pc:chgData name="Eky Eky" userId="91aae2961159baba" providerId="LiveId" clId="{9CC0DBFE-C132-4D91-88E6-BF231FE7DC74}" dt="2026-03-15T01:28:46.632" v="8" actId="47"/>
        <pc:sldMkLst>
          <pc:docMk/>
          <pc:sldMk cId="1275193136" sldId="256"/>
        </pc:sldMkLst>
      </pc:sldChg>
      <pc:sldChg chg="del">
        <pc:chgData name="Eky Eky" userId="91aae2961159baba" providerId="LiveId" clId="{9CC0DBFE-C132-4D91-88E6-BF231FE7DC74}" dt="2026-03-15T01:28:47.267" v="9" actId="47"/>
        <pc:sldMkLst>
          <pc:docMk/>
          <pc:sldMk cId="2122266586" sldId="257"/>
        </pc:sldMkLst>
      </pc:sldChg>
      <pc:sldChg chg="del">
        <pc:chgData name="Eky Eky" userId="91aae2961159baba" providerId="LiveId" clId="{9CC0DBFE-C132-4D91-88E6-BF231FE7DC74}" dt="2026-03-15T01:28:47.784" v="10" actId="47"/>
        <pc:sldMkLst>
          <pc:docMk/>
          <pc:sldMk cId="1137767041" sldId="258"/>
        </pc:sldMkLst>
      </pc:sldChg>
      <pc:sldChg chg="del">
        <pc:chgData name="Eky Eky" userId="91aae2961159baba" providerId="LiveId" clId="{9CC0DBFE-C132-4D91-88E6-BF231FE7DC74}" dt="2026-03-15T01:28:48.111" v="11" actId="47"/>
        <pc:sldMkLst>
          <pc:docMk/>
          <pc:sldMk cId="1209452318" sldId="259"/>
        </pc:sldMkLst>
      </pc:sldChg>
      <pc:sldChg chg="del">
        <pc:chgData name="Eky Eky" userId="91aae2961159baba" providerId="LiveId" clId="{9CC0DBFE-C132-4D91-88E6-BF231FE7DC74}" dt="2026-03-15T01:28:49.158" v="12" actId="47"/>
        <pc:sldMkLst>
          <pc:docMk/>
          <pc:sldMk cId="3905621789" sldId="260"/>
        </pc:sldMkLst>
      </pc:sldChg>
      <pc:sldChg chg="del">
        <pc:chgData name="Eky Eky" userId="91aae2961159baba" providerId="LiveId" clId="{9CC0DBFE-C132-4D91-88E6-BF231FE7DC74}" dt="2026-03-15T01:28:50.070" v="13" actId="47"/>
        <pc:sldMkLst>
          <pc:docMk/>
          <pc:sldMk cId="437489479" sldId="261"/>
        </pc:sldMkLst>
      </pc:sldChg>
      <pc:sldChg chg="addSp delSp modSp mod">
        <pc:chgData name="Eky Eky" userId="91aae2961159baba" providerId="LiveId" clId="{9CC0DBFE-C132-4D91-88E6-BF231FE7DC74}" dt="2026-03-15T01:31:23.666" v="29" actId="1076"/>
        <pc:sldMkLst>
          <pc:docMk/>
          <pc:sldMk cId="1342637484" sldId="262"/>
        </pc:sldMkLst>
        <pc:spChg chg="add mod">
          <ac:chgData name="Eky Eky" userId="91aae2961159baba" providerId="LiveId" clId="{9CC0DBFE-C132-4D91-88E6-BF231FE7DC74}" dt="2026-03-15T01:31:23.666" v="29" actId="1076"/>
          <ac:spMkLst>
            <pc:docMk/>
            <pc:sldMk cId="1342637484" sldId="262"/>
            <ac:spMk id="3" creationId="{7D26C089-2D14-3CBF-50C0-99B23F03CCF4}"/>
          </ac:spMkLst>
        </pc:spChg>
        <pc:spChg chg="del">
          <ac:chgData name="Eky Eky" userId="91aae2961159baba" providerId="LiveId" clId="{9CC0DBFE-C132-4D91-88E6-BF231FE7DC74}" dt="2026-03-15T01:30:54.391" v="25" actId="478"/>
          <ac:spMkLst>
            <pc:docMk/>
            <pc:sldMk cId="1342637484" sldId="262"/>
            <ac:spMk id="87" creationId="{4952D0EB-DC9E-CB1A-E494-36CEEE8D84B0}"/>
          </ac:spMkLst>
        </pc:spChg>
        <pc:spChg chg="del">
          <ac:chgData name="Eky Eky" userId="91aae2961159baba" providerId="LiveId" clId="{9CC0DBFE-C132-4D91-88E6-BF231FE7DC74}" dt="2026-03-15T01:30:57.593" v="27" actId="478"/>
          <ac:spMkLst>
            <pc:docMk/>
            <pc:sldMk cId="1342637484" sldId="262"/>
            <ac:spMk id="90" creationId="{DC216D6D-3C40-713C-3A09-5BCC8815A556}"/>
          </ac:spMkLst>
        </pc:spChg>
        <pc:spChg chg="del">
          <ac:chgData name="Eky Eky" userId="91aae2961159baba" providerId="LiveId" clId="{9CC0DBFE-C132-4D91-88E6-BF231FE7DC74}" dt="2026-03-15T01:30:56.074" v="26" actId="478"/>
          <ac:spMkLst>
            <pc:docMk/>
            <pc:sldMk cId="1342637484" sldId="262"/>
            <ac:spMk id="100" creationId="{6A117E88-2B28-FCA3-89F1-133E757FCB3C}"/>
          </ac:spMkLst>
        </pc:spChg>
      </pc:sldChg>
      <pc:sldChg chg="del">
        <pc:chgData name="Eky Eky" userId="91aae2961159baba" providerId="LiveId" clId="{9CC0DBFE-C132-4D91-88E6-BF231FE7DC74}" dt="2026-03-15T01:28:55.319" v="14" actId="47"/>
        <pc:sldMkLst>
          <pc:docMk/>
          <pc:sldMk cId="3324551800" sldId="263"/>
        </pc:sldMkLst>
      </pc:sldChg>
      <pc:sldChg chg="del">
        <pc:chgData name="Eky Eky" userId="91aae2961159baba" providerId="LiveId" clId="{9CC0DBFE-C132-4D91-88E6-BF231FE7DC74}" dt="2026-03-15T01:29:41.304" v="17" actId="47"/>
        <pc:sldMkLst>
          <pc:docMk/>
          <pc:sldMk cId="2799766627" sldId="264"/>
        </pc:sldMkLst>
      </pc:sldChg>
      <pc:sldChg chg="del">
        <pc:chgData name="Eky Eky" userId="91aae2961159baba" providerId="LiveId" clId="{9CC0DBFE-C132-4D91-88E6-BF231FE7DC74}" dt="2026-03-15T01:28:56.149" v="15" actId="47"/>
        <pc:sldMkLst>
          <pc:docMk/>
          <pc:sldMk cId="2774122392" sldId="265"/>
        </pc:sldMkLst>
      </pc:sldChg>
      <pc:sldChg chg="del">
        <pc:chgData name="Eky Eky" userId="91aae2961159baba" providerId="LiveId" clId="{9CC0DBFE-C132-4D91-88E6-BF231FE7DC74}" dt="2026-03-15T01:29:41.068" v="16" actId="47"/>
        <pc:sldMkLst>
          <pc:docMk/>
          <pc:sldMk cId="36818424" sldId="266"/>
        </pc:sldMkLst>
      </pc:sldChg>
      <pc:sldChg chg="del">
        <pc:chgData name="Eky Eky" userId="91aae2961159baba" providerId="LiveId" clId="{9CC0DBFE-C132-4D91-88E6-BF231FE7DC74}" dt="2026-03-15T01:29:41.481" v="18" actId="47"/>
        <pc:sldMkLst>
          <pc:docMk/>
          <pc:sldMk cId="1922139394" sldId="267"/>
        </pc:sldMkLst>
      </pc:sldChg>
      <pc:sldChg chg="del">
        <pc:chgData name="Eky Eky" userId="91aae2961159baba" providerId="LiveId" clId="{9CC0DBFE-C132-4D91-88E6-BF231FE7DC74}" dt="2026-03-15T01:29:41.780" v="19" actId="47"/>
        <pc:sldMkLst>
          <pc:docMk/>
          <pc:sldMk cId="572115176" sldId="268"/>
        </pc:sldMkLst>
      </pc:sldChg>
      <pc:sldChg chg="del">
        <pc:chgData name="Eky Eky" userId="91aae2961159baba" providerId="LiveId" clId="{9CC0DBFE-C132-4D91-88E6-BF231FE7DC74}" dt="2026-03-15T01:29:43.210" v="22" actId="47"/>
        <pc:sldMkLst>
          <pc:docMk/>
          <pc:sldMk cId="813824284" sldId="269"/>
        </pc:sldMkLst>
      </pc:sldChg>
      <pc:sldChg chg="del">
        <pc:chgData name="Eky Eky" userId="91aae2961159baba" providerId="LiveId" clId="{9CC0DBFE-C132-4D91-88E6-BF231FE7DC74}" dt="2026-03-15T01:29:43.741" v="23" actId="47"/>
        <pc:sldMkLst>
          <pc:docMk/>
          <pc:sldMk cId="2734229409" sldId="270"/>
        </pc:sldMkLst>
      </pc:sldChg>
      <pc:sldChg chg="del">
        <pc:chgData name="Eky Eky" userId="91aae2961159baba" providerId="LiveId" clId="{9CC0DBFE-C132-4D91-88E6-BF231FE7DC74}" dt="2026-03-15T01:29:44.269" v="24" actId="47"/>
        <pc:sldMkLst>
          <pc:docMk/>
          <pc:sldMk cId="1077704747" sldId="271"/>
        </pc:sldMkLst>
      </pc:sldChg>
      <pc:sldChg chg="addSp new del">
        <pc:chgData name="Eky Eky" userId="91aae2961159baba" providerId="LiveId" clId="{9CC0DBFE-C132-4D91-88E6-BF231FE7DC74}" dt="2026-03-15T01:29:42.197" v="20" actId="47"/>
        <pc:sldMkLst>
          <pc:docMk/>
          <pc:sldMk cId="1768618468" sldId="272"/>
        </pc:sldMkLst>
        <pc:inkChg chg="add">
          <ac:chgData name="Eky Eky" userId="91aae2961159baba" providerId="LiveId" clId="{9CC0DBFE-C132-4D91-88E6-BF231FE7DC74}" dt="2026-02-18T19:17:21.938" v="1"/>
          <ac:inkMkLst>
            <pc:docMk/>
            <pc:sldMk cId="1768618468" sldId="272"/>
            <ac:inkMk id="2" creationId="{75224226-3F33-BA97-0701-91D976EC31D0}"/>
          </ac:inkMkLst>
        </pc:inkChg>
      </pc:sldChg>
      <pc:sldChg chg="addSp modSp new del mod">
        <pc:chgData name="Eky Eky" userId="91aae2961159baba" providerId="LiveId" clId="{9CC0DBFE-C132-4D91-88E6-BF231FE7DC74}" dt="2026-03-15T01:29:42.677" v="21" actId="47"/>
        <pc:sldMkLst>
          <pc:docMk/>
          <pc:sldMk cId="1805883562" sldId="273"/>
        </pc:sldMkLst>
        <pc:picChg chg="add mod modCrop">
          <ac:chgData name="Eky Eky" userId="91aae2961159baba" providerId="LiveId" clId="{9CC0DBFE-C132-4D91-88E6-BF231FE7DC74}" dt="2026-02-18T19:18:35.130" v="7" actId="207"/>
          <ac:picMkLst>
            <pc:docMk/>
            <pc:sldMk cId="1805883562" sldId="273"/>
            <ac:picMk id="2" creationId="{A7742279-D9BC-DEA5-BF89-12EB6D04CE02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C9B2-1ACD-B93C-7C1B-CE09C11E9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29901-BCFF-5D1C-F6B4-42B4ECE5B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5488E-3BE3-BADC-D705-C5C15AC9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FD45A-810B-E5F2-C98F-1DB0F569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3EC77-1BC4-03F5-E1F9-77A940D7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68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CFDC-A613-912A-7859-AED38D0DC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123BE-54C7-ABC2-D2E3-B2908F2EA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95C88-5259-80DB-51B7-996BC472C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6668D-1E7E-A324-9BF4-C4EB93FC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AC2E2-C565-7F6A-C6F6-48ABBC43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73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2826F-192E-AF26-DB44-FE56E875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6F676-5E93-7C88-B940-6A86DD662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E7E4B-E48C-336B-E05A-B1C2DCE7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F5426-9570-5276-005B-58661094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F9876-53E3-DAB7-3C7C-A60C41EA5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349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C79A4-9F9F-452A-81C1-E8075C10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F537-A22E-BD3A-B24F-9134CE420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86E23-2ADF-3115-608F-1931232D5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5653B-3A7B-DAC7-5AF7-DEED51FA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C511C-4191-2FA4-4BBA-D0CC2D1D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5AF38-4675-B189-A25F-CD5697B4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48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C4AA7-BB25-0989-F247-8F80DD89E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A248B-E513-CB91-1013-CEB23D883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0E679-9B64-56EF-0EF2-75F658E4A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4D66F-06DB-3528-5859-5409DDC5C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64327-EAE2-17C6-78AF-B5C02396A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C9348C-AE4F-C540-6B0E-48FCA3216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980FF9-3E97-10B1-5A97-A761C1A07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D472BB-F8B7-F88A-13DE-4C69B81F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388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9DB5-9373-4C94-F3D2-E8D0175A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BB195-3A5B-CEB2-AEF7-CED40868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1B99C-F817-D82E-F51F-7C23BA7B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D7F4C-EBFC-12B0-0B58-B1B73D62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5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831B4-2E0F-B000-CFB8-6580B0D4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27C9B4-5545-817A-F494-67ED82FE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7B3A3-1E59-4807-C87F-EB6EDD6B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94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2DA89-EA37-36D4-4C19-4D7DA9A1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39A8A-37B6-DFCF-DE35-E14D9250F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E739A-8610-8A35-8A91-E461268E0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C3D9-CE8F-67BD-3529-FEF32C57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9935D-BB31-C40D-C731-62F40E24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0A2BE-6AC9-57A6-A1F1-26079DE5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88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EC5D-602A-77E0-05CD-99E797614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77D94F-40DB-E4D7-D525-012B89F64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591A2-8919-B801-DF12-67F6EAC8A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4FDA5-3267-E8C3-D7C8-FB38BE0B2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60C31-CD9A-86C9-FA9C-13F9E26F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6492E-0601-D6CE-DDA9-71CAB8D2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81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F053-A654-8517-24A3-9FB5B33E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6F26-EDC9-0357-4328-E7896794F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25358-72DF-FCC6-AB0A-652BD31C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8655D-6351-94B3-AB07-9DC399D5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8E885-4C6D-A7E9-BB0B-5AEEEA892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95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AC412E-9480-74BC-B965-56798B127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1576A-14CA-C264-CA12-41E595338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8B8B8-7C92-56A1-A6C9-84C459C45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11A8F-C8FD-F4EF-82F4-DAF51794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42DC6-DCF9-BEC8-8404-F82808DC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669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53C98-F3D9-CF91-2776-29216676B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8D1FC-E088-0406-C193-8CD6150A0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AAAE8-8006-275D-0FFC-DC77D1685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CD01D-26BF-4182-B1D2-FABC8E111D5C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AD21B-5794-D270-70E2-6F287C347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62608-0077-ADAB-6738-325887DE0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33C44-3259-41D4-AE2D-5BD5A9BFD9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79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C33A9-0716-A133-4758-4549DC36A64F}"/>
              </a:ext>
            </a:extLst>
          </p:cNvPr>
          <p:cNvSpPr/>
          <p:nvPr/>
        </p:nvSpPr>
        <p:spPr>
          <a:xfrm>
            <a:off x="1476263" y="1277959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9835D6-6C5C-3A8D-4E05-B03C1FCA2B8B}"/>
              </a:ext>
            </a:extLst>
          </p:cNvPr>
          <p:cNvSpPr/>
          <p:nvPr/>
        </p:nvSpPr>
        <p:spPr>
          <a:xfrm>
            <a:off x="1476263" y="2454928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9CB95C-61F1-31B6-9843-8ABCE207C0C0}"/>
              </a:ext>
            </a:extLst>
          </p:cNvPr>
          <p:cNvSpPr/>
          <p:nvPr/>
        </p:nvSpPr>
        <p:spPr>
          <a:xfrm>
            <a:off x="3380345" y="1926118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29AA404-5E3F-38C7-BE48-BB1AB12407F8}"/>
              </a:ext>
            </a:extLst>
          </p:cNvPr>
          <p:cNvCxnSpPr>
            <a:cxnSpLocks/>
            <a:stCxn id="2" idx="3"/>
            <a:endCxn id="7" idx="0"/>
          </p:cNvCxnSpPr>
          <p:nvPr/>
        </p:nvCxnSpPr>
        <p:spPr>
          <a:xfrm>
            <a:off x="2919473" y="1652533"/>
            <a:ext cx="1182477" cy="27358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8AF1CD9-21E4-B343-BF87-5279C4FA6E63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 flipV="1">
            <a:off x="2919473" y="2675265"/>
            <a:ext cx="1182477" cy="1542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26BE120-E2D9-D77A-CB01-81BBA9803BCA}"/>
              </a:ext>
            </a:extLst>
          </p:cNvPr>
          <p:cNvSpPr/>
          <p:nvPr/>
        </p:nvSpPr>
        <p:spPr>
          <a:xfrm>
            <a:off x="1476263" y="4004633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B15E77-E260-F4A9-D0DA-C5B0B527B1FF}"/>
              </a:ext>
            </a:extLst>
          </p:cNvPr>
          <p:cNvSpPr/>
          <p:nvPr/>
        </p:nvSpPr>
        <p:spPr>
          <a:xfrm>
            <a:off x="1476263" y="5181602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9755F0-A26B-1AC5-20F7-F06820F5A3DD}"/>
              </a:ext>
            </a:extLst>
          </p:cNvPr>
          <p:cNvSpPr/>
          <p:nvPr/>
        </p:nvSpPr>
        <p:spPr>
          <a:xfrm>
            <a:off x="3380345" y="4652792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706CF5F-6D60-83E1-663B-117FC629AAC1}"/>
              </a:ext>
            </a:extLst>
          </p:cNvPr>
          <p:cNvCxnSpPr>
            <a:cxnSpLocks/>
            <a:stCxn id="14" idx="3"/>
            <a:endCxn id="16" idx="0"/>
          </p:cNvCxnSpPr>
          <p:nvPr/>
        </p:nvCxnSpPr>
        <p:spPr>
          <a:xfrm>
            <a:off x="2919473" y="4379207"/>
            <a:ext cx="1182477" cy="2735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4603EB2-7096-BBEE-6D24-258454D7F06E}"/>
              </a:ext>
            </a:extLst>
          </p:cNvPr>
          <p:cNvCxnSpPr>
            <a:cxnSpLocks/>
            <a:stCxn id="15" idx="3"/>
            <a:endCxn id="16" idx="2"/>
          </p:cNvCxnSpPr>
          <p:nvPr/>
        </p:nvCxnSpPr>
        <p:spPr>
          <a:xfrm flipV="1">
            <a:off x="2919473" y="5401939"/>
            <a:ext cx="1182477" cy="1542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45E15A3-18C2-D1C5-9C19-FDBF6238C7C6}"/>
              </a:ext>
            </a:extLst>
          </p:cNvPr>
          <p:cNvSpPr/>
          <p:nvPr/>
        </p:nvSpPr>
        <p:spPr>
          <a:xfrm>
            <a:off x="5093467" y="3054429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5964CDE-373E-E4FD-501C-6B4522EDB6CE}"/>
              </a:ext>
            </a:extLst>
          </p:cNvPr>
          <p:cNvCxnSpPr>
            <a:cxnSpLocks/>
            <a:stCxn id="7" idx="3"/>
            <a:endCxn id="19" idx="0"/>
          </p:cNvCxnSpPr>
          <p:nvPr/>
        </p:nvCxnSpPr>
        <p:spPr>
          <a:xfrm>
            <a:off x="4823555" y="2300692"/>
            <a:ext cx="991517" cy="75373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5692B5A-0B5F-AEFD-2D5B-27AE73071CFF}"/>
              </a:ext>
            </a:extLst>
          </p:cNvPr>
          <p:cNvSpPr/>
          <p:nvPr/>
        </p:nvSpPr>
        <p:spPr>
          <a:xfrm>
            <a:off x="7107719" y="2026308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7034C9-13DD-5AF9-4FEA-F3E7AD657A5A}"/>
              </a:ext>
            </a:extLst>
          </p:cNvPr>
          <p:cNvSpPr/>
          <p:nvPr/>
        </p:nvSpPr>
        <p:spPr>
          <a:xfrm>
            <a:off x="7107719" y="3849599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3D51F43-CDB0-0AE0-9A9E-FB58DA29A8A4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 flipV="1">
            <a:off x="6536677" y="2400882"/>
            <a:ext cx="571042" cy="10281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3665F2CC-E8CE-BC73-7751-EDB2D48921A8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6536677" y="3429003"/>
            <a:ext cx="571042" cy="7951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8482C13-222F-B661-DC95-C01FDBFD4147}"/>
              </a:ext>
            </a:extLst>
          </p:cNvPr>
          <p:cNvCxnSpPr>
            <a:cxnSpLocks/>
            <a:stCxn id="22" idx="0"/>
          </p:cNvCxnSpPr>
          <p:nvPr/>
        </p:nvCxnSpPr>
        <p:spPr>
          <a:xfrm rot="5400000" flipH="1" flipV="1">
            <a:off x="8068023" y="985215"/>
            <a:ext cx="802395" cy="127979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CACD2B70-6848-587B-6265-6F7D4D6985F9}"/>
              </a:ext>
            </a:extLst>
          </p:cNvPr>
          <p:cNvCxnSpPr>
            <a:cxnSpLocks/>
            <a:stCxn id="23" idx="0"/>
            <a:endCxn id="40" idx="2"/>
          </p:cNvCxnSpPr>
          <p:nvPr/>
        </p:nvCxnSpPr>
        <p:spPr>
          <a:xfrm rot="5400000" flipH="1" flipV="1">
            <a:off x="7676351" y="1695228"/>
            <a:ext cx="2307344" cy="2001398"/>
          </a:xfrm>
          <a:prstGeom prst="bentConnector3">
            <a:avLst>
              <a:gd name="adj1" fmla="val 161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B822523-A6EC-9E56-807F-ED2C40F21BB1}"/>
              </a:ext>
            </a:extLst>
          </p:cNvPr>
          <p:cNvSpPr/>
          <p:nvPr/>
        </p:nvSpPr>
        <p:spPr>
          <a:xfrm>
            <a:off x="9109117" y="793108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536398F-7F16-6E51-E41F-D3AC60C64D07}"/>
              </a:ext>
            </a:extLst>
          </p:cNvPr>
          <p:cNvCxnSpPr>
            <a:cxnSpLocks/>
            <a:stCxn id="22" idx="3"/>
            <a:endCxn id="122" idx="1"/>
          </p:cNvCxnSpPr>
          <p:nvPr/>
        </p:nvCxnSpPr>
        <p:spPr>
          <a:xfrm flipV="1">
            <a:off x="8550929" y="2397824"/>
            <a:ext cx="1940319" cy="3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E9DF6ED-633C-59E1-E4DB-F89567DA5CF1}"/>
              </a:ext>
            </a:extLst>
          </p:cNvPr>
          <p:cNvCxnSpPr>
            <a:cxnSpLocks/>
            <a:stCxn id="23" idx="3"/>
            <a:endCxn id="49" idx="1"/>
          </p:cNvCxnSpPr>
          <p:nvPr/>
        </p:nvCxnSpPr>
        <p:spPr>
          <a:xfrm>
            <a:off x="8550929" y="4224173"/>
            <a:ext cx="1940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CD8C383-EE35-DA8B-2E01-07B2EDCEDACA}"/>
              </a:ext>
            </a:extLst>
          </p:cNvPr>
          <p:cNvSpPr/>
          <p:nvPr/>
        </p:nvSpPr>
        <p:spPr>
          <a:xfrm>
            <a:off x="10491248" y="3849599"/>
            <a:ext cx="1443210" cy="7491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946E3F1F-26D2-CF08-2448-076147991C1A}"/>
              </a:ext>
            </a:extLst>
          </p:cNvPr>
          <p:cNvCxnSpPr>
            <a:cxnSpLocks/>
            <a:stCxn id="16" idx="3"/>
            <a:endCxn id="19" idx="2"/>
          </p:cNvCxnSpPr>
          <p:nvPr/>
        </p:nvCxnSpPr>
        <p:spPr>
          <a:xfrm flipV="1">
            <a:off x="4823555" y="3803576"/>
            <a:ext cx="991517" cy="12237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F86D44D-82D1-139B-D28D-E19A5213D76E}"/>
              </a:ext>
            </a:extLst>
          </p:cNvPr>
          <p:cNvSpPr txBox="1"/>
          <p:nvPr/>
        </p:nvSpPr>
        <p:spPr>
          <a:xfrm>
            <a:off x="1643389" y="1467866"/>
            <a:ext cx="1108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Solvent A</a:t>
            </a:r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6C5550-AE21-609E-EBD8-E02FD145186E}"/>
              </a:ext>
            </a:extLst>
          </p:cNvPr>
          <p:cNvSpPr txBox="1"/>
          <p:nvPr/>
        </p:nvSpPr>
        <p:spPr>
          <a:xfrm>
            <a:off x="1588342" y="2594667"/>
            <a:ext cx="117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Polymer A</a:t>
            </a:r>
            <a:endParaRPr lang="en-GB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510580C-6931-6400-DF4F-9A296CDFF840}"/>
              </a:ext>
            </a:extLst>
          </p:cNvPr>
          <p:cNvSpPr txBox="1"/>
          <p:nvPr/>
        </p:nvSpPr>
        <p:spPr>
          <a:xfrm>
            <a:off x="3800929" y="2090453"/>
            <a:ext cx="719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Mixer</a:t>
            </a:r>
            <a:endParaRPr lang="en-GB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D9E2E49-44DA-C400-B548-C504EC13BC82}"/>
              </a:ext>
            </a:extLst>
          </p:cNvPr>
          <p:cNvSpPr txBox="1"/>
          <p:nvPr/>
        </p:nvSpPr>
        <p:spPr>
          <a:xfrm>
            <a:off x="5815072" y="6141756"/>
            <a:ext cx="1698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solidFill>
                  <a:srgbClr val="C00000"/>
                </a:solidFill>
              </a:rPr>
              <a:t>Monitoring Port</a:t>
            </a:r>
            <a:endParaRPr lang="en-GB" i="1" dirty="0">
              <a:solidFill>
                <a:srgbClr val="C0000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30CC13-85EF-3CF2-0AC7-C31F82DCEA6C}"/>
              </a:ext>
            </a:extLst>
          </p:cNvPr>
          <p:cNvSpPr txBox="1"/>
          <p:nvPr/>
        </p:nvSpPr>
        <p:spPr>
          <a:xfrm>
            <a:off x="9190826" y="833150"/>
            <a:ext cx="1279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Solvent A Condenser</a:t>
            </a:r>
            <a:endParaRPr lang="en-GB" dirty="0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C4137C6-8DD0-2FCC-7B8C-493AEE50956D}"/>
              </a:ext>
            </a:extLst>
          </p:cNvPr>
          <p:cNvCxnSpPr>
            <a:cxnSpLocks/>
            <a:stCxn id="40" idx="0"/>
            <a:endCxn id="2" idx="0"/>
          </p:cNvCxnSpPr>
          <p:nvPr/>
        </p:nvCxnSpPr>
        <p:spPr>
          <a:xfrm rot="16200000" flipH="1" flipV="1">
            <a:off x="5771869" y="-2780894"/>
            <a:ext cx="484851" cy="7632854"/>
          </a:xfrm>
          <a:prstGeom prst="bentConnector3">
            <a:avLst>
              <a:gd name="adj1" fmla="val -4714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76C5ECF-EFAF-1E2A-EC9E-CD82927F92D4}"/>
              </a:ext>
            </a:extLst>
          </p:cNvPr>
          <p:cNvSpPr txBox="1"/>
          <p:nvPr/>
        </p:nvSpPr>
        <p:spPr>
          <a:xfrm>
            <a:off x="1553959" y="5294391"/>
            <a:ext cx="122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Surfactant</a:t>
            </a:r>
            <a:endParaRPr lang="en-GB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F07EE24-5A08-6AA8-018A-51F74E720352}"/>
              </a:ext>
            </a:extLst>
          </p:cNvPr>
          <p:cNvSpPr txBox="1"/>
          <p:nvPr/>
        </p:nvSpPr>
        <p:spPr>
          <a:xfrm>
            <a:off x="1583085" y="4146667"/>
            <a:ext cx="77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</a:t>
            </a:r>
            <a:endParaRPr lang="en-GB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CC02EE5-6CCF-A63C-96C1-4C79CE6D5837}"/>
              </a:ext>
            </a:extLst>
          </p:cNvPr>
          <p:cNvSpPr txBox="1"/>
          <p:nvPr/>
        </p:nvSpPr>
        <p:spPr>
          <a:xfrm>
            <a:off x="3677696" y="4834763"/>
            <a:ext cx="719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Mixer</a:t>
            </a:r>
            <a:endParaRPr lang="en-GB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8DF2D3C-7BE6-FAFA-0B90-9EA5CCD6B05C}"/>
              </a:ext>
            </a:extLst>
          </p:cNvPr>
          <p:cNvSpPr txBox="1"/>
          <p:nvPr/>
        </p:nvSpPr>
        <p:spPr>
          <a:xfrm>
            <a:off x="5163769" y="3223087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Emulsifier</a:t>
            </a:r>
            <a:endParaRPr lang="en-GB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4F55D9F-A529-CD3E-148C-A4DB69888195}"/>
              </a:ext>
            </a:extLst>
          </p:cNvPr>
          <p:cNvSpPr txBox="1"/>
          <p:nvPr/>
        </p:nvSpPr>
        <p:spPr>
          <a:xfrm>
            <a:off x="7114958" y="2235519"/>
            <a:ext cx="14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Evaporator 1</a:t>
            </a:r>
            <a:endParaRPr lang="en-GB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7CCCBDC-CA78-5D23-64B6-F79EAD5EAB0E}"/>
              </a:ext>
            </a:extLst>
          </p:cNvPr>
          <p:cNvSpPr txBox="1"/>
          <p:nvPr/>
        </p:nvSpPr>
        <p:spPr>
          <a:xfrm>
            <a:off x="7143419" y="4061675"/>
            <a:ext cx="14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Evaporator 2</a:t>
            </a:r>
            <a:endParaRPr lang="en-GB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AF1CD8E-9312-FB01-D6C7-D1ED9D0F3786}"/>
              </a:ext>
            </a:extLst>
          </p:cNvPr>
          <p:cNvSpPr txBox="1"/>
          <p:nvPr/>
        </p:nvSpPr>
        <p:spPr>
          <a:xfrm>
            <a:off x="10602833" y="2160532"/>
            <a:ext cx="114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1</a:t>
            </a:r>
            <a:endParaRPr lang="en-GB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A5982D7-C061-672B-6C9E-FB3A25636B38}"/>
              </a:ext>
            </a:extLst>
          </p:cNvPr>
          <p:cNvSpPr txBox="1"/>
          <p:nvPr/>
        </p:nvSpPr>
        <p:spPr>
          <a:xfrm>
            <a:off x="10558188" y="4015152"/>
            <a:ext cx="114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2</a:t>
            </a:r>
            <a:endParaRPr lang="en-GB" dirty="0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B827FA5-596E-BAF6-0D9C-59077E241593}"/>
              </a:ext>
            </a:extLst>
          </p:cNvPr>
          <p:cNvCxnSpPr/>
          <p:nvPr/>
        </p:nvCxnSpPr>
        <p:spPr>
          <a:xfrm>
            <a:off x="6698257" y="3429002"/>
            <a:ext cx="0" cy="2740445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7BC72AF-A964-EBF0-DF20-3F9FB3B9E44D}"/>
              </a:ext>
            </a:extLst>
          </p:cNvPr>
          <p:cNvSpPr/>
          <p:nvPr/>
        </p:nvSpPr>
        <p:spPr>
          <a:xfrm>
            <a:off x="10491248" y="2026308"/>
            <a:ext cx="1364252" cy="7430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D26C089-2D14-3CBF-50C0-99B23F03CCF4}"/>
              </a:ext>
            </a:extLst>
          </p:cNvPr>
          <p:cNvSpPr/>
          <p:nvPr/>
        </p:nvSpPr>
        <p:spPr>
          <a:xfrm>
            <a:off x="1814052" y="-302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 Microparticle Production Process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42637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5764</TotalTime>
  <Words>27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Eky Eky</dc:creator>
  <cp:lastModifiedBy>Eky Eky</cp:lastModifiedBy>
  <cp:revision>2</cp:revision>
  <dcterms:created xsi:type="dcterms:W3CDTF">2026-02-13T16:52:30Z</dcterms:created>
  <dcterms:modified xsi:type="dcterms:W3CDTF">2026-03-15T01:31:29Z</dcterms:modified>
</cp:coreProperties>
</file>